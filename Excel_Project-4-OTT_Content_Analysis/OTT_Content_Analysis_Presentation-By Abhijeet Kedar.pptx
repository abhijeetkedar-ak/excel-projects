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 Content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OTT content catalog to identify content trends, genre performance, country contribution, rating strategy, and portfolio 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content catalog</a:t>
            </a:r>
          </a:p>
          <a:p>
            <a:r>
              <a:t>• Analyze growth trends</a:t>
            </a:r>
          </a:p>
          <a:p>
            <a:r>
              <a:t>• Evaluate genres</a:t>
            </a:r>
          </a:p>
          <a:p>
            <a:r>
              <a:t>• Assess content portfolio</a:t>
            </a:r>
          </a:p>
          <a:p>
            <a:r>
              <a:t>• Support strategic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includes Title, Type, Director, Cast, Country, Date Added, Release Year, Rating, Duration, and Genres.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Excel, Pivot Tables, Pivot Charts, Slicers, Dashboard Design, Data Cleaning, Conditional Formatting.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Value Analysis</a:t>
            </a:r>
          </a:p>
          <a:p>
            <a:r>
              <a:t>• Duplicate Detection</a:t>
            </a:r>
          </a:p>
          <a:p>
            <a:r>
              <a:t>• Date Standardization</a:t>
            </a:r>
          </a:p>
          <a:p>
            <a:r>
              <a:t>• Duration Separation</a:t>
            </a:r>
          </a:p>
          <a:p>
            <a:r>
              <a:t>• Summary Metrics Creation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Content Distribution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C4C623-AD7A-E935-48E5-D5ED9C12B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730" y="1536192"/>
            <a:ext cx="6582539" cy="4777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741EBE-9A22-47FE-88D0-87D92AC0B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7705" y="1417638"/>
            <a:ext cx="6768589" cy="4333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EF8A9-2097-6A13-BCC7-08E9ED026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396" y="1417638"/>
            <a:ext cx="6863207" cy="41150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Content Growth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1E9CA8-D2EC-166E-55BA-67067B4AA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682" y="1569096"/>
            <a:ext cx="7084636" cy="4365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Rating &amp; Duration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15C95F-81E1-719B-0423-F8639126B3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784" y="1489997"/>
            <a:ext cx="7266432" cy="42402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1A67BD-08D0-E5B8-1391-97A0695C5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211" y="1331976"/>
            <a:ext cx="7199578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content growth</a:t>
            </a:r>
          </a:p>
          <a:p>
            <a:r>
              <a:t>• Drama &amp; International genres dominate</a:t>
            </a:r>
          </a:p>
          <a:p>
            <a:r>
              <a:t>• Country concentration exists</a:t>
            </a:r>
          </a:p>
          <a:p>
            <a:r>
              <a:t>• Fresh content strategy</a:t>
            </a:r>
          </a:p>
          <a:p>
            <a:r>
              <a:t>• Strong TV show engagement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Strengths, Risks, and Strategic Recommendations based on data-driven insights.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Pivot Tables, Dashboarding, KPI Reporting, Business Analytics, Data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195</Words>
  <Application>Microsoft Office PowerPoint</Application>
  <PresentationFormat>On-screen Show (4:3)</PresentationFormat>
  <Paragraphs>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OTT Content Analysis Dashboard</vt:lpstr>
      <vt:lpstr>Project Introduction</vt:lpstr>
      <vt:lpstr>Business Objectives</vt:lpstr>
      <vt:lpstr>Dataset Overview</vt:lpstr>
      <vt:lpstr>Tools &amp; Techniques Used</vt:lpstr>
      <vt:lpstr>Data Preparation</vt:lpstr>
      <vt:lpstr>Content Distribution Analysis</vt:lpstr>
      <vt:lpstr>Country Analysis</vt:lpstr>
      <vt:lpstr>Genre Analysis</vt:lpstr>
      <vt:lpstr>Content Growth Analysis</vt:lpstr>
      <vt:lpstr>Rating &amp; Duration Analysis</vt:lpstr>
      <vt:lpstr>Dashboard Overview</vt:lpstr>
      <vt:lpstr>Key Business Insights</vt:lpstr>
      <vt:lpstr>Executive Summary</vt:lpstr>
      <vt:lpstr>Skills Demonstrated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Kedar</dc:creator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2026-06-04T19:53:01Z</dcterms:modified>
  <cp:category/>
</cp:coreProperties>
</file>
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HR Recruitment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732099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RECRUITMENT &amp; TALENT DEMAND ANALYTICS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Recruitment analytics helps organizations understand hiring demand, applicant behavior, workforce trends, and recruitment effectiveness.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high-demand job roles</a:t>
            </a:r>
          </a:p>
          <a:p>
            <a:r>
              <a:t>• Analyze hiring activity across companies</a:t>
            </a:r>
          </a:p>
          <a:p>
            <a:r>
              <a:t>• Understand applicant behavior and competition</a:t>
            </a:r>
          </a:p>
          <a:p>
            <a:r>
              <a:t>• Evaluate industry hiring trends</a:t>
            </a:r>
          </a:p>
          <a:p>
            <a:r>
              <a:t>• Examine geographic hiring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Job roles, company information, company size, followers, industry, work type, employment type, applicants, experience level, city/state, and job descriptions.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Techniques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 Excel</a:t>
            </a:r>
          </a:p>
          <a:p>
            <a:r>
              <a:t>• Pivot Tables</a:t>
            </a:r>
          </a:p>
          <a:p>
            <a:r>
              <a:t>• Pivot Charts</a:t>
            </a:r>
          </a:p>
          <a:p>
            <a:r>
              <a:t>• Slicers</a:t>
            </a:r>
          </a:p>
          <a:p>
            <a:r>
              <a:t>• Conditional Formatting</a:t>
            </a:r>
          </a:p>
          <a:p>
            <a:r>
              <a:t>• Dashboard Design</a:t>
            </a:r>
          </a:p>
          <a:p>
            <a:r>
              <a:t>• Data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Data Preparation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cleaning, standardization, company size segmentation, demand categorization, applicant intensity analysis, and dashboard preparation.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Job Role Demand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608320"/>
            <a:ext cx="8229600" cy="517842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Analyze demand across job roles and applicant volume.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6ECF82-BCAB-5D37-BD8C-9F21F4EA5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819" y="1552099"/>
            <a:ext cx="6568361" cy="37538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Hiring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30240"/>
            <a:ext cx="8229600" cy="395922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Evaluate hiring activity and applicant attraction.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C35F26-7906-C609-09EC-E71823F4C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68" y="1504681"/>
            <a:ext cx="7440063" cy="38486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Type &amp; Employment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30240"/>
            <a:ext cx="8229600" cy="395922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Compare remote, onsite, and hybrid opportunities.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2C4EB4-BA6A-2A44-9C2F-AFB29CC8D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887" y="1276049"/>
            <a:ext cx="4812050" cy="42509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Industry-Level Hiring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590571"/>
            <a:ext cx="8229600" cy="73910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Analyze hiring demand and applicant trends across different industries to identify high-growth sectors.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72084-81CE-FA7B-624A-7AB8612F2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16" y="1409418"/>
            <a:ext cx="6935168" cy="4039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AF801-FE36-6EFF-CFFF-CB24361B9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433705"/>
            <a:ext cx="7086600" cy="561975"/>
          </a:xfrm>
        </p:spPr>
        <p:txBody>
          <a:bodyPr>
            <a:normAutofit fontScale="90000"/>
          </a:bodyPr>
          <a:lstStyle/>
          <a:p>
            <a:r>
              <a:rPr lang="en-IN" dirty="0"/>
              <a:t> Geographic Hiring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32C149-C48F-5FD8-438E-BB5E0F197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840" y="5337175"/>
            <a:ext cx="8148320" cy="8636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Analyze hiring demand and applicant trends across different cities and states to identify major recruitment locations.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954E9C-EBA6-AA56-61E2-813875290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00" y="1178560"/>
            <a:ext cx="6045200" cy="373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717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1429473" cy="529542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KPIs: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D5DE03-FA15-F1CA-2BEF-5B6753EE6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29743"/>
            <a:ext cx="8229600" cy="9099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High-demand roles attract greater competition</a:t>
            </a:r>
          </a:p>
          <a:p>
            <a:r>
              <a:t>• Top companies receive more applicants</a:t>
            </a:r>
          </a:p>
          <a:p>
            <a:r>
              <a:t>• Remote/hybrid jobs increase engagement</a:t>
            </a:r>
          </a:p>
          <a:p>
            <a:r>
              <a:t>• IT sector shows highest demand</a:t>
            </a:r>
          </a:p>
          <a:p>
            <a:r>
              <a:t>• Metro cities dominate hiring activity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high-demand talent segments, strengthen employer branding, expand hiring in growth industries, and leverage geographic insights.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HR Analytics, Recruitment Analytics, Data Cleaning, Pivot Tables, Dashboard Development, KPI Reporting, Data Visualization, Business Intelligence.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Excel-based recruitment analytics provides actionable insights for workforce planning, talent acquisition, and hiring strategy optimization.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319</Words>
  <Application>Microsoft Office PowerPoint</Application>
  <PresentationFormat>On-screen Show (4:3)</PresentationFormat>
  <Paragraphs>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HR Recruitment Analysis</vt:lpstr>
      <vt:lpstr>Project Introduction</vt:lpstr>
      <vt:lpstr>Project Objectives</vt:lpstr>
      <vt:lpstr>Dataset Overview</vt:lpstr>
      <vt:lpstr>Tools &amp; Techniques Used</vt:lpstr>
      <vt:lpstr>Data Preparation &amp; Feature Engineering</vt:lpstr>
      <vt:lpstr>Job Role Demand Analysis</vt:lpstr>
      <vt:lpstr>Company Hiring Insights</vt:lpstr>
      <vt:lpstr>Work Type &amp; Employment Trends</vt:lpstr>
      <vt:lpstr>Industry-Level Hiring Analysis</vt:lpstr>
      <vt:lpstr> Geographic Hiring Analysis</vt:lpstr>
      <vt:lpstr>Dashboard Development</vt:lpstr>
      <vt:lpstr>Key Business Insights</vt:lpstr>
      <vt:lpstr>Recommendations</vt:lpstr>
      <vt:lpstr>Skills Demonstrated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Abhijeet Kedar</dc:creator>
  <cp:keywords/>
  <dc:description>generated using python-pptx</dc:description>
  <cp:lastModifiedBy>Abhijeet Kedar</cp:lastModifiedBy>
  <cp:revision>2</cp:revision>
  <dcterms:created xsi:type="dcterms:W3CDTF">2013-01-27T09:14:16Z</dcterms:created>
  <dcterms:modified xsi:type="dcterms:W3CDTF">2026-06-04T12:22:50Z</dcterms:modified>
  <cp:category/>
</cp:coreProperties>
</file>
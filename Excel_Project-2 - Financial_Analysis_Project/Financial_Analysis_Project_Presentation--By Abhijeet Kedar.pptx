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u="sng" dirty="0"/>
              <a:t>Financial Analysis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u="sng" dirty="0"/>
              <a:t>Using Excel Functions: PV, NPV, IRR, EMI, XNPV, MIRR, etc.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100" dirty="0"/>
              <a:t>This project provides a hands-on understanding of financial analysis using Excel. It includes real-world applications of functions such as Present Value (PV), Net Present Value (NPV), Internal Rate of Return (IRR), EMI calculation, and more.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100" dirty="0"/>
              <a:t>PV showed that structured payments over time can be more economical than upfront cost.</a:t>
            </a:r>
          </a:p>
          <a:p>
            <a:r>
              <a:rPr sz="3100" dirty="0"/>
              <a:t>NPV analysis helped in identifying more profitable investment options.</a:t>
            </a:r>
          </a:p>
          <a:p>
            <a:r>
              <a:rPr sz="3100" dirty="0"/>
              <a:t>IRR provided internal yield metrics for project selection.</a:t>
            </a:r>
          </a:p>
          <a:p>
            <a:r>
              <a:rPr sz="3100" dirty="0"/>
              <a:t>EMI and component calculations clarified monthly loan burdens and 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Actionable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100" dirty="0"/>
              <a:t>Use PV to evaluate long-term loans and investment options.</a:t>
            </a:r>
          </a:p>
          <a:p>
            <a:r>
              <a:rPr sz="3100" dirty="0"/>
              <a:t>Prefer projects with higher NPV and acceptable IRR.</a:t>
            </a:r>
          </a:p>
          <a:p>
            <a:r>
              <a:rPr sz="3100" dirty="0"/>
              <a:t>Use EMI structure (PMT, IPMT, PPMT) to plan personal or business loans accurately.</a:t>
            </a:r>
          </a:p>
          <a:p>
            <a:r>
              <a:rPr sz="3100" dirty="0"/>
              <a:t>Apply XNPV and XIRR for cash flows that are irregularly timed.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100" dirty="0"/>
              <a:t>PV: Used =PV(rate, </a:t>
            </a:r>
            <a:r>
              <a:rPr sz="3100" dirty="0" err="1"/>
              <a:t>nper</a:t>
            </a:r>
            <a:r>
              <a:rPr sz="3100" dirty="0"/>
              <a:t>, </a:t>
            </a:r>
            <a:r>
              <a:rPr sz="3100" dirty="0" err="1"/>
              <a:t>pmt</a:t>
            </a:r>
            <a:r>
              <a:rPr sz="3100" dirty="0"/>
              <a:t>)</a:t>
            </a:r>
          </a:p>
          <a:p>
            <a:r>
              <a:rPr sz="3100" dirty="0"/>
              <a:t>NPV: Used =NPV(rate, values)</a:t>
            </a:r>
          </a:p>
          <a:p>
            <a:r>
              <a:rPr sz="3100" dirty="0"/>
              <a:t>XNPV: Used =XNPV(rate, values, dates)</a:t>
            </a:r>
          </a:p>
          <a:p>
            <a:r>
              <a:rPr sz="3100" dirty="0"/>
              <a:t>EMI: Used =PMT(rate/12, term*12, loan)</a:t>
            </a:r>
          </a:p>
          <a:p>
            <a:r>
              <a:rPr sz="3100" dirty="0"/>
              <a:t>IRR: Used =IRR(cashflows)</a:t>
            </a:r>
          </a:p>
          <a:p>
            <a:r>
              <a:rPr sz="3100" dirty="0"/>
              <a:t>XIRR: Used =XIRR(cashflows, dates)</a:t>
            </a:r>
          </a:p>
          <a:p>
            <a:r>
              <a:rPr sz="3100" dirty="0"/>
              <a:t>MIRR: Used =MIRR(cashflows, </a:t>
            </a:r>
            <a:r>
              <a:rPr sz="3100" dirty="0" err="1"/>
              <a:t>finance_rate</a:t>
            </a:r>
            <a:r>
              <a:rPr sz="3100" dirty="0"/>
              <a:t>, </a:t>
            </a:r>
            <a:r>
              <a:rPr sz="3100" dirty="0" err="1"/>
              <a:t>reinvest_rate</a:t>
            </a:r>
            <a:r>
              <a:rPr sz="3100" dirty="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100" dirty="0"/>
              <a:t>Gathered financial data: costs, interest rates, periods.</a:t>
            </a:r>
          </a:p>
          <a:p>
            <a:r>
              <a:rPr sz="3100" dirty="0"/>
              <a:t>Used Excel formulas to model scenarios.</a:t>
            </a:r>
          </a:p>
          <a:p>
            <a:r>
              <a:rPr sz="3100" dirty="0"/>
              <a:t>Compared values such as PV vs. upfront price, IRR vs. NPV, etc.</a:t>
            </a:r>
          </a:p>
          <a:p>
            <a:r>
              <a:rPr sz="3100" dirty="0"/>
              <a:t>Created schedules for EMI breakdown using IPMT/PPMT.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100" dirty="0"/>
              <a:t>Payments at the end of a period usually result in lower PV.</a:t>
            </a:r>
          </a:p>
          <a:p>
            <a:r>
              <a:rPr sz="3100" dirty="0"/>
              <a:t>IRR is best used when comparing projects of similar scale.</a:t>
            </a:r>
          </a:p>
          <a:p>
            <a:r>
              <a:rPr sz="3100" dirty="0"/>
              <a:t>MIRR is more reliable when reinvestment rates differ.</a:t>
            </a:r>
          </a:p>
          <a:p>
            <a:r>
              <a:rPr sz="3100" dirty="0"/>
              <a:t>XNPV and XIRR are powerful for irregular cash flows.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100" dirty="0"/>
              <a:t>Excel is a powerful tool for financial modeling and decisions.</a:t>
            </a:r>
          </a:p>
          <a:p>
            <a:r>
              <a:rPr sz="3100" dirty="0"/>
              <a:t>Financial functions help users forecast and compare investments.</a:t>
            </a:r>
          </a:p>
          <a:p>
            <a:r>
              <a:rPr sz="3100" dirty="0"/>
              <a:t>Understanding function inputs and interpretation is key.</a:t>
            </a:r>
          </a:p>
          <a:p>
            <a:r>
              <a:rPr sz="3100" dirty="0"/>
              <a:t>A structured approach to financial analysis leads to better planning and ROI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382</Words>
  <Application>Microsoft Office PowerPoint</Application>
  <PresentationFormat>On-screen Show (4:3)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Financial Analysis Project</vt:lpstr>
      <vt:lpstr>Introduction</vt:lpstr>
      <vt:lpstr>Key Findings</vt:lpstr>
      <vt:lpstr>Actionable Items</vt:lpstr>
      <vt:lpstr>Methodologies</vt:lpstr>
      <vt:lpstr>Approaches</vt:lpstr>
      <vt:lpstr>Insights</vt:lpstr>
      <vt:lpstr>Conclusions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Abhijeet Kedar</cp:lastModifiedBy>
  <cp:revision>2</cp:revision>
  <dcterms:created xsi:type="dcterms:W3CDTF">2013-01-27T09:14:16Z</dcterms:created>
  <dcterms:modified xsi:type="dcterms:W3CDTF">2025-06-04T18:08:29Z</dcterms:modified>
  <cp:category/>
</cp:coreProperties>
</file>